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 PDF Chunking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Script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each feature for your team — from PDF upload through section-based chunking, graph visualization, and activity logging.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3B3F8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Extraction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3B3F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Section-Based Chunks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3B3F8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4114800"/>
            <a:ext cx="1828800" cy="384048"/>
          </a:xfrm>
          <a:prstGeom prst="roundRect">
            <a:avLst>
              <a:gd name="adj" fmla="val 23810"/>
            </a:avLst>
          </a:prstGeom>
          <a:solidFill>
            <a:srgbClr val="3B3F8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Dashboard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that takes any municipal code PDF and turns it into a searchable, structured knowledge graph — ready for AI-powered compliance queries.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20240" cy="23774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194560"/>
            <a:ext cx="502920" cy="502920"/>
          </a:xfrm>
          <a:prstGeom prst="ellipse">
            <a:avLst/>
          </a:prstGeom>
          <a:solidFill>
            <a:srgbClr val="3B3F8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346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PDF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any legal PDF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97180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97480" y="2011680"/>
            <a:ext cx="1920240" cy="23774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83280" y="2194560"/>
            <a:ext cx="502920" cy="502920"/>
          </a:xfrm>
          <a:prstGeom prst="ellipse">
            <a:avLst/>
          </a:prstGeom>
          <a:solidFill>
            <a:srgbClr val="3B3F8C"/>
          </a:solidFill>
          <a:ln/>
        </p:spPr>
      </p:sp>
      <p:sp>
        <p:nvSpPr>
          <p:cNvPr id="13" name="Text 9"/>
          <p:cNvSpPr/>
          <p:nvPr/>
        </p:nvSpPr>
        <p:spPr>
          <a:xfrm>
            <a:off x="3383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83464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8892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Auto-Chunk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78892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section &amp; subsection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97180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846320" y="2011680"/>
            <a:ext cx="1920240" cy="23774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532120" y="2194560"/>
            <a:ext cx="502920" cy="502920"/>
          </a:xfrm>
          <a:prstGeom prst="ellipse">
            <a:avLst/>
          </a:prstGeom>
          <a:solidFill>
            <a:srgbClr val="3B3F8C"/>
          </a:solidFill>
          <a:ln/>
        </p:spPr>
      </p:sp>
      <p:sp>
        <p:nvSpPr>
          <p:cNvPr id="20" name="Text 14"/>
          <p:cNvSpPr/>
          <p:nvPr/>
        </p:nvSpPr>
        <p:spPr>
          <a:xfrm>
            <a:off x="55321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83464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3776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 Neo4j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93776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knowledge graph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97180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95160" y="2011680"/>
            <a:ext cx="1920240" cy="23774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80960" y="2194560"/>
            <a:ext cx="502920" cy="502920"/>
          </a:xfrm>
          <a:prstGeom prst="ellipse">
            <a:avLst/>
          </a:prstGeom>
          <a:solidFill>
            <a:srgbClr val="3B3F8C"/>
          </a:solidFill>
          <a:ln/>
        </p:spPr>
      </p:sp>
      <p:sp>
        <p:nvSpPr>
          <p:cNvPr id="27" name="Text 19"/>
          <p:cNvSpPr/>
          <p:nvPr/>
        </p:nvSpPr>
        <p:spPr>
          <a:xfrm>
            <a:off x="7680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834640"/>
            <a:ext cx="548640" cy="5486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&amp; Query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08660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everything, query graph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Chunking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split by fixed token count. We split by legal structure — exactly how the law is organized.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0" cy="2926080"/>
          </a:xfrm>
          <a:prstGeom prst="rect">
            <a:avLst/>
          </a:prstGeom>
          <a:solidFill>
            <a:srgbClr val="1A10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840480" cy="411480"/>
          </a:xfrm>
          <a:prstGeom prst="rect">
            <a:avLst/>
          </a:prstGeom>
          <a:solidFill>
            <a:srgbClr val="4A10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Fixed-Size Chunking (BAD)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mid-sentence, mid-section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unrelated sections together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legal hierarchy context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boundaries are arbitrary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get torn apart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840480" cy="2926080"/>
          </a:xfrm>
          <a:prstGeom prst="rect">
            <a:avLst/>
          </a:prstGeom>
          <a:solidFill>
            <a:srgbClr val="0F1A2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3840480" cy="411480"/>
          </a:xfrm>
          <a:prstGeom prst="rect">
            <a:avLst/>
          </a:prstGeom>
          <a:solidFill>
            <a:srgbClr val="0F3A2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Section-Based Chunking (OURS)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chunk = one legal section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Subsections get their own chunk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hierarchy metadata preserved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stay intact with clean markdown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sizes vary — and that's fine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 &amp; Analyze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 your legal PDF onto the upload zone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toggle "Enrich with AI" for smart summaries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— watch the progress bar in real time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processes your PDF in batches (10 pages each)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See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3480" y="20116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cards: sections, subsections, chunks, definitions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distribution histogram (bar chart)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 breakdown (pie chart)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hierarchy tree of the document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Chunks Explorer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every chunk the system created. Each chunk = one legal section, exactly like the Chapter 24 files — no artificial splitting or merging.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931920" cy="128016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across all chunks. Filter by content type (prose, definition, table, fee schedule, technical).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3931920" cy="128016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Breadcrumbs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chunk shows its full path: Chapter &gt; Article &gt; Division &gt; Section. Know exactly where it lives.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3931920" cy="128016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Expandable Cards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chunk to see the full text, cross-references, ordinance citations, and FEA entities extracted.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3291840"/>
            <a:ext cx="3931920" cy="128016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747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to Neo4j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48640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push. Creates nodes for every section, chunk, role, penalty, threshold, and obligation.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Neo4j Knowledge Graph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legal documents become a connected graph — sections link to each other, entities are extracted, and you can query anything with Cypher.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274320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Nodes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4688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uploaded PDF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legal section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 text + metadata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Penalty / Threshold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FEA entities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/ Obligation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Compliance items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828800"/>
            <a:ext cx="3840480" cy="274320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65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Queries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24688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penalty amounts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sections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by type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mentioning a role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on chunks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Cypher queries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Log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tracked — upload, chunking, enrichment, and Neo4j push. Full audit trail for compliance and debugging.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solidFill>
            <a:srgbClr val="1A1D3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Gets Logged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468880"/>
          <a:ext cx="7589520" cy="2011680"/>
        </p:xfrm>
        <a:graphic>
          <a:graphicData uri="http://schemas.openxmlformats.org/drawingml/2006/table">
            <a:tbl>
              <a:tblPr/>
              <a:tblGrid>
                <a:gridCol w="3657600"/>
                <a:gridCol w="3931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F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opa_locka_code.pdf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2026-03-16 14:32:01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Count / Chunk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 pages / 1,247 chunks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Push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Pushed at 14:35:22 (3m 21s)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 Duration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4m 12s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script during the live walkthrough.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329184" cy="32918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at localhost:3080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dark theme, 4 tabs across the top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29384"/>
            <a:ext cx="329184" cy="32918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legal PDF onto the upload zone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Opa-Locka Code sample — real municipal ordinances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368296"/>
            <a:ext cx="329184" cy="32918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408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progress bar as Docling processes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340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batch progress, pages/sec, ETA countdown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807208"/>
            <a:ext cx="329184" cy="32918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79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stats cards and charts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7797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section count, content types, token histogram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218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Chunks Explorer tab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section, filter by type, expand a chunk card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68503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'Push to Neo4j' button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graph being populated with nodes and relationships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23944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096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Neo4j tab — run a quick query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096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'All Penalties' or 'Cross References' preset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562856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5354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Activity Log tab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4535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audit trail with timestamps and durations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See It Live?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browser, drag a PDF, and watch the magic happen.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26080" y="3200400"/>
            <a:ext cx="3291840" cy="502920"/>
          </a:xfrm>
          <a:prstGeom prst="rect">
            <a:avLst/>
          </a:prstGeom>
          <a:solidFill>
            <a:srgbClr val="3B3F8C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localhost:3080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PDF Chunking Dashboard  |  Structure-Aware  |  Neo4j-Ready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PDF Chunking Dashboard — Live Demo Script</dc:title>
  <dc:subject>PptxGenJS Presentation</dc:subject>
  <dc:creator>APAS TEAM</dc:creator>
  <cp:lastModifiedBy>APAS TEAM</cp:lastModifiedBy>
  <cp:revision>1</cp:revision>
  <dcterms:created xsi:type="dcterms:W3CDTF">2026-03-16T14:40:36Z</dcterms:created>
  <dcterms:modified xsi:type="dcterms:W3CDTF">2026-03-16T14:40:36Z</dcterms:modified>
</cp:coreProperties>
</file>